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开场问题：鸡蛋掉在海绵上为什么不碎？引出冲量与动量定理。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先给学生看本章的地图，每讲完一节回到这一页标记进度。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碰撞、爆炸时间极短，内力远大于外力，可近似认为动量守恒。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对比三种势能的零点：重力任选、弹性取原长、引力取无穷远。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用问渠虚拟实验调节质量比，观察碰后速度，验证公式。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先让学生独立做 3 分钟，再逐步展开解答。强调受力分析或守恒条件的判断。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回顾本章知识结构，提醒作业截止时间，预告下一章。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动量守恒定律和能量守恒定律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力的时间积累与空间积累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大学物理A（上）  ·  2026 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本章内容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冲量与动量定理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力的时间积累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423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动量守恒定律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合外力为零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功与动能定理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力的空间积累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势能与机械能守恒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5440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852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弹性与完全非弹性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动量定理与动量守恒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冲量是力对时间的积累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合外力的冲量等于动量的增量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合外力为零时系统总动量守恒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某方向合外力为零，该方向动量守恒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663440"/>
            <a:ext cx="109728" cy="13716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7548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= ∫F dt = p₂ − p₁        Σmᵢvᵢ = 常矢量</a:t>
            </a:r>
            <a:endParaRPr lang="en-US" sz="2000" dirty="0"/>
          </a:p>
        </p:txBody>
      </p:sp>
      <p:pic>
        <p:nvPicPr>
          <p:cNvPr id="7" name="Image 0" descr="fig/动量守恒-碰撞示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80160"/>
            <a:ext cx="4937760" cy="2430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动能定理与机械能守恒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功是力对空间的积累：W = ∫F·dr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合力的功等于动能的增量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保守力做功与路径无关，可以定义势能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外力和非保守内力不做功时，机械能守恒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663440"/>
            <a:ext cx="109728" cy="13716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½mv₂² − ½mv₁²        E_k + E_p = 常量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所有碰撞：动量守恒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完全弹性碰撞：动能也守恒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质量相等的弹性碰撞：交换速度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完全非弹性碰撞：碰后共速，动能损失最大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663440"/>
            <a:ext cx="109728" cy="13716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完全非弹性：v = (m₁v₁₀ + m₂v₂₀)/(m₁ + m₂)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冲击摆：m = 10 g 的子弹射入 M = 1.99 kg 的木块，木块摆起 h = 5.0 cm。求子弹速度。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972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碰撞瞬间：动量守恒 m v₀ = (m + M) V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摆动过程：机械能守恒 V = √(2gh) ≈ 0.99 m/s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v₀ = (m + M)V / m ≈ 198 m/s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碰撞中动能损失约 99.5%，不能全过程用机械能守恒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789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动量定理：冲量 = 动量增量；守恒条件看合外力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动能定理：合力的功 = 动能增量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机械能守恒条件：外力和非保守内力不做功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多过程问题：分段处理，每段判断守恒量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碰撞：动量一定守恒，动能不一定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课后作业：作业3 第1–5题，第8周周二前提交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动量守恒定律和能量守恒定律</dc:title>
  <dc:subject>PptxGenJS Presentation</dc:subject>
  <dc:creator>PptxGenJS</dc:creator>
  <cp:lastModifiedBy>PptxGenJS</cp:lastModifiedBy>
  <cp:revision>1</cp:revision>
  <dcterms:created xsi:type="dcterms:W3CDTF">2026-09-28T01:50:01Z</dcterms:created>
  <dcterms:modified xsi:type="dcterms:W3CDTF">2026-09-28T01:50:01Z</dcterms:modified>
</cp:coreProperties>
</file>