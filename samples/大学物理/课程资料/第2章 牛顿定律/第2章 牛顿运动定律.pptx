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开场问题：电梯加速上升时，体重秤的读数为什么变大？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先给学生看本章的地图，每讲完一节回到这一页标记进度。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完整示范一道题的五个步骤，要求学生之后每题都按这个顺序写。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常见错误：同时画“下滑力”和重力。让学生互评受力图。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展示虚拟实验中速度曲线趋近 v_T，改变 k 观察时间常量 m/k 的作用。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先让学生独立做 3 分钟，再逐步展开解答。强调受力分析或守恒条件的判断。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回顾本章知识结构，提醒作业截止时间，预告下一章。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B70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章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0116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牛顿运动定律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918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力如何改变运动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852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大学物理A（上）  ·  2026 秋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本章内容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640080" cy="640080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141732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牛顿三定律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18288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惯性系与适用范围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4688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242316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常见的力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645920" y="28346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重力、弹力、摩擦力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34747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645920" y="34290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隔离法解题五步骤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645920" y="38404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斜面与连接体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44805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4480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645920" y="44348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变力问题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645920" y="48463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阻力与终极速度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1520" y="54864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1520" y="5486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645920" y="544068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非惯性系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645920" y="58521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惯性力 −m a₀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牛顿第二定律与隔离法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108813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 是研究对象所受的合力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只在惯性系中成立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五步骤：选对象 → 画受力图 → 建坐标 → 列方程 → 求解讨论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连接体问题补充约束关系（绳长不变）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466344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4663440"/>
            <a:ext cx="109728" cy="1371600"/>
          </a:xfrm>
          <a:prstGeom prst="rect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475488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 = dp/dt = ma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斜面问题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5669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受力：重力 mg、支持力 N、摩擦力 f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垂直斜面：N = mg cosθ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沿斜面：mg sinθ − μN = ma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讨论：tanθ ≤ μ 时静止物体保持静止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4663440"/>
            <a:ext cx="5669280" cy="137160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4663440"/>
            <a:ext cx="109728" cy="1371600"/>
          </a:xfrm>
          <a:prstGeom prst="rect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475488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 = g (sinθ − μ cosθ)</a:t>
            </a:r>
            <a:endParaRPr lang="en-US" sz="2000" dirty="0"/>
          </a:p>
        </p:txBody>
      </p:sp>
      <p:pic>
        <p:nvPicPr>
          <p:cNvPr id="7" name="Image 0" descr="fig/斜面受力分析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280160"/>
            <a:ext cx="49377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变力：终极速度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108813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阻力 f = −kv，方向与速度相反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牛顿第二定律化为微分方程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分离变量积分，t = 0 时 v = 0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 → ∞ 时趋近终极速度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466344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4663440"/>
            <a:ext cx="109728" cy="1371600"/>
          </a:xfrm>
          <a:prstGeom prst="rect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475488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 = (mg/k)(1 − e^(−kt/m))    v_T = mg/k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B70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阿特伍德机：m₁ &gt; m₂，滑轮和绳的质量及摩擦不计。求加速度和绳中张力。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10972800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606040"/>
            <a:ext cx="104241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隔离 m₁：m₁g − T = m₁a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隔离 m₂：T − m₂g = m₂a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= (m₁ − m₂)g / (m₁ + m₂)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 = 2m₁m₂g / (m₁ + m₂)；检验 m₁ = m₂ 时 a = 0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本章小结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554480"/>
            <a:ext cx="10789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E6ED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 = ma 只在惯性系成立，F 是合力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E6ED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隔离法五步骤，受力图不多画不漏画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E6ED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静摩擦力由平衡条件或运动方程确定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E6ED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变力问题：列微分方程，分离变量积分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E6ED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非惯性系：附加惯性力 −m a₀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7607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B70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课后作业：第二章作业 第1–5题，第5周周二前提交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牛顿运动定律</dc:title>
  <dc:subject>PptxGenJS Presentation</dc:subject>
  <dc:creator>PptxGenJS</dc:creator>
  <cp:lastModifiedBy>PptxGenJS</cp:lastModifiedBy>
  <cp:revision>1</cp:revision>
  <dcterms:created xsi:type="dcterms:W3CDTF">2026-09-28T01:50:01Z</dcterms:created>
  <dcterms:modified xsi:type="dcterms:W3CDTF">2026-09-28T01:50:01Z</dcterms:modified>
</cp:coreProperties>
</file>